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81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743200" cy="274320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794760" y="109728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9476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A0A0F"/>
                </a:solidFill>
              </a:rPr>
              <a:t>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/>
              <a:t>Neural</a:t>
            </a:r>
            <a:r>
              <a:rPr lang="en-US" sz="7200" b="1" dirty="0">
                <a:solidFill>
                  <a:srgbClr val="00D4FF"/>
                </a:solidFill>
              </a:rPr>
              <a:t>OS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888AA"/>
                </a:solidFill>
              </a:rPr>
              <a:t>Your Second Brain, Supercharged by AI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0" y="361188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</a:rPr>
              <a:t>AI-Powered Note Taking &amp; Semantic 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Project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What is </a:t>
            </a:r>
            <a:r>
              <a:rPr lang="en-US" sz="4200" b="1" dirty="0">
                <a:solidFill>
                  <a:srgbClr val="00D4FF"/>
                </a:solidFill>
              </a:rPr>
              <a:t>NeuralOS</a:t>
            </a:r>
            <a:r>
              <a:rPr lang="en-US" sz="4200" b="1" dirty="0"/>
              <a:t>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75488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5"/>
                </a:solidFill>
              </a:rPr>
              <a:t>NeuralOS is a full-stack web application that helps you capture, organize, and recall your thoughts using the power of AI.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AA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C8"/>
                </a:solidFill>
              </a:rPr>
              <a:t>Traditional note-taking apps let you save notes, but finding them later is painful. Keyword search fails when you can't remember exact words.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C8"/>
                </a:solidFill>
              </a:rPr>
              <a:t>NeuralOS uses semantic search to understand the meaning behind your notes. Ask natural language questions and get AI-synthesized answers.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0972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1143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Privacy-First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214884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</a:rPr>
              <a:t>AI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94960" y="2606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Semantic Understanding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32004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Real-time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9496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Instant Search Results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Key</a:t>
            </a:r>
            <a:r>
              <a:rPr lang="en-US" sz="4200" b="1" dirty="0">
                <a:solidFill>
                  <a:srgbClr val="F0F0F5"/>
                </a:solidFill>
              </a:rPr>
              <a:t> </a:t>
            </a:r>
            <a:r>
              <a:rPr lang="en-US" sz="4200" b="1" dirty="0">
                <a:solidFill>
                  <a:srgbClr val="00D4FF"/>
                </a:solidFill>
              </a:rPr>
              <a:t>Features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1A1A2E"/>
          </a:solidFill>
          <a:ln w="12700">
            <a:solidFill>
              <a:srgbClr val="2A2A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D4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</a:rPr>
              <a:t>Smart Note Creation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Create notes with titles, rich content, and tags. Auto-indexed for semantic search upon save.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</a:rPr>
              <a:t>CRUD 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1A1A2E"/>
          </a:solidFill>
          <a:ln w="12700">
            <a:solidFill>
              <a:srgbClr val="2A2A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97480" cy="2743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55F7"/>
                </a:solidFill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</a:rPr>
              <a:t>AI-Powered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Ask questions in natural language. GPT-4 synthesizes answers from your notes with context.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383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</a:rPr>
              <a:t>Semantic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1A1A2E"/>
          </a:solidFill>
          <a:ln w="12700">
            <a:solidFill>
              <a:srgbClr val="2A2A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97480" cy="274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C55E"/>
                </a:solidFill>
              </a:rPr>
              <a:t>@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5"/>
                </a:solidFill>
              </a:rPr>
              <a:t>Full Authentication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Secure auth with Supabase. Email/password and OAuth (Google, GitHub) sign-in options.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Supabase Auth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5"/>
                </a:solidFill>
              </a:rPr>
              <a:t>★ Favorites &amp; Archives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39319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1460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5"/>
                </a:solidFill>
              </a:rPr>
              <a:t>🗑 Trash &amp; Restore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9319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5"/>
                </a:solidFill>
              </a:rPr>
              <a:t>◐ Dark/Light Mode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12280" y="39319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1228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5"/>
                </a:solidFill>
              </a:rPr>
              <a:t>⌘ Keyboard Shortcuts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Tech Stack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840480" y="5029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61DAFB">
              <a:alpha val="20000"/>
            </a:srgbClr>
          </a:solidFill>
          <a:ln w="12700">
            <a:solidFill>
              <a:srgbClr val="61DAF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0" y="5029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DAFB"/>
                </a:solidFill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1DAF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1DAFB"/>
                </a:solidFill>
              </a:rPr>
              <a:t>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</a:rPr>
              <a:t>React 19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Component-based UI library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0756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ECF8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CF8E"/>
                </a:solidFill>
              </a:rPr>
              <a:t>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</a:rPr>
              <a:t>Supabase JS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404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Auth &amp; real-time client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A29E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A29E4"/>
                </a:solidFill>
              </a:rPr>
              <a:t>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344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</a:rPr>
              <a:t>Axios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273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HTTP client for API calls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10972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3484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5"/>
                </a:solidFill>
              </a:rPr>
              <a:t>Lucide React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10972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5"/>
                </a:solidFill>
              </a:rPr>
              <a:t>React Markdown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60920" y="10972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6092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5"/>
                </a:solidFill>
              </a:rPr>
              <a:t>Create React App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1600200"/>
            <a:ext cx="4343400" cy="1828800"/>
          </a:xfrm>
          <a:prstGeom prst="roundRect">
            <a:avLst>
              <a:gd name="adj" fmla="val 5000"/>
            </a:avLst>
          </a:prstGeom>
          <a:solidFill>
            <a:srgbClr val="0D0D12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0" y="1691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COMPONENT STRUCTURE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1965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'react';
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createClient } </a:t>
            </a: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
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axios 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'axios';
</a:t>
            </a: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1,800+ lines of React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Single-file architecture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Hooks-based state mgmt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5661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1DAFB"/>
                </a:solidFill>
              </a:rPr>
              <a:t>1,795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43484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Lines of JS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35661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5F7"/>
                </a:solidFill>
              </a:rPr>
              <a:t>69K+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7512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Lines of CSS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Tech Stack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840480" y="5029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3776AB">
              <a:alpha val="20000"/>
            </a:srgbClr>
          </a:solidFill>
          <a:ln w="12700">
            <a:solidFill>
              <a:srgbClr val="3776A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0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76AB"/>
                </a:solidFill>
              </a:rPr>
              <a:t>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096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FastAPI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Python web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Async • Type hints • Auto docs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4129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OpenAI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GPT-4o-mini + Embeddings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text-embedding-3-small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009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Pinecone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Vector 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Semantic search index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12700">
            <a:solidFill>
              <a:srgbClr val="3ECF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3ECF8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CF8E"/>
                </a:solidFill>
              </a:rPr>
              <a:t>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5"/>
                </a:solidFill>
              </a:rPr>
              <a:t>Supabase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• PostgreSQL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• User authentication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</a:rPr>
              <a:t>• Notes, preferences, notifications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REST API Endpoints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0632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/notes
</a:t>
            </a: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/notes
</a:t>
            </a: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
</a:t>
            </a: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</a:t>
            </a: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/notes/:id
</a:t>
            </a: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</a:t>
            </a:r>
            <a:r>
              <a:rPr lang="en-US" sz="900" dirty="0">
                <a:solidFill>
                  <a:srgbClr val="8888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/notes/:id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System</a:t>
            </a:r>
            <a:r>
              <a:rPr lang="en-US" sz="4200" b="1" dirty="0">
                <a:solidFill>
                  <a:srgbClr val="F0F0F5"/>
                </a:solidFill>
              </a:rPr>
              <a:t> </a:t>
            </a:r>
            <a:r>
              <a:rPr lang="en-US" sz="4200" b="1" dirty="0">
                <a:solidFill>
                  <a:srgbClr val="00D4FF"/>
                </a:solidFill>
              </a:rPr>
              <a:t>Architecture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AA"/>
                </a:solidFill>
              </a:rPr>
              <a:t>How NeuralOS components work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61DAFB">
              <a:alpha val="20000"/>
            </a:srgbClr>
          </a:solidFill>
          <a:ln w="12700">
            <a:solidFill>
              <a:srgbClr val="61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1DAFB"/>
                </a:solidFill>
              </a:rPr>
              <a:t>React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:3000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|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HTTP /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283464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009688">
              <a:alpha val="20000"/>
            </a:srgbClr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688"/>
                </a:solidFill>
              </a:rPr>
              <a:t>FastAPI 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A"/>
                </a:solidFill>
              </a:rPr>
              <a:t>:8000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3A"/>
                </a:solidFill>
              </a:rPr>
              <a:t>\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3A"/>
                </a:solidFill>
              </a:rPr>
              <a:t>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2A3A"/>
                </a:solidFill>
              </a:rPr>
              <a:t>/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9F7AEA">
              <a:alpha val="15000"/>
            </a:srgbClr>
          </a:solidFill>
          <a:ln w="12700">
            <a:solidFill>
              <a:srgbClr val="9F7AE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7AEA"/>
                </a:solidFill>
              </a:rPr>
              <a:t>OpenAI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315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AA"/>
                </a:solidFill>
              </a:rPr>
              <a:t>Embeddings + Chat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39776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0099FF">
              <a:alpha val="15000"/>
            </a:srgbClr>
          </a:solidFill>
          <a:ln w="12700">
            <a:solidFill>
              <a:srgbClr val="0099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9FF"/>
                </a:solidFill>
              </a:rPr>
              <a:t>Pinecone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4315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AA"/>
                </a:solidFill>
              </a:rPr>
              <a:t>Vector Search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83680" y="39776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3ECF8E">
              <a:alpha val="15000"/>
            </a:srgbClr>
          </a:solidFill>
          <a:ln w="12700">
            <a:solidFill>
              <a:srgbClr val="3ECF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F8E"/>
                </a:solidFill>
              </a:rPr>
              <a:t>Supabase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3159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AA"/>
                </a:solidFill>
              </a:rPr>
              <a:t>Auth + Database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How</a:t>
            </a:r>
            <a:r>
              <a:rPr lang="en-US" sz="4200" b="1" dirty="0">
                <a:solidFill>
                  <a:srgbClr val="F0F0F5"/>
                </a:solidFill>
              </a:rPr>
              <a:t> </a:t>
            </a:r>
            <a:r>
              <a:rPr lang="en-US" sz="4200" b="1" dirty="0">
                <a:solidFill>
                  <a:srgbClr val="A855F7"/>
                </a:solidFill>
              </a:rPr>
              <a:t>AI Search </a:t>
            </a:r>
            <a:r>
              <a:rPr lang="en-US" sz="4200" b="1" dirty="0"/>
              <a:t>Works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" cy="41148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</a:rPr>
              <a:t>User Asks a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"What are my main goals for this quarter?"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" cy="41148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</a:rPr>
              <a:t>Query Embedding Generated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OpenAI text-embedding-3-small converts query to 1536-dim vector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11480" cy="411480"/>
          </a:xfrm>
          <a:prstGeom prst="ellipse">
            <a:avLst/>
          </a:prstGeom>
          <a:solidFill>
            <a:srgbClr val="009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251460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560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</a:rPr>
              <a:t>Pinecone Vector 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346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Find top-k most similar notes using cosine similarity (filtered by user_id)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3291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</a:rPr>
              <a:t>GPT-4o-mini Synthesis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5661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AI analyzes matched notes and generates actionable insights with bullet points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1560" y="40233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0F5"/>
                </a:solidFill>
              </a:rPr>
              <a:t>Results Displayed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2976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AI answer with relevance scores + matched notes shown to user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App </a:t>
            </a:r>
            <a:r>
              <a:rPr lang="en-US" sz="4200" b="1" dirty="0">
                <a:solidFill>
                  <a:srgbClr val="00D4FF"/>
                </a:solidFill>
              </a:rPr>
              <a:t>Preview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AA"/>
                </a:solidFill>
              </a:rPr>
              <a:t>A glimpse of the NeuralOS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3200400"/>
          </a:xfrm>
          <a:prstGeom prst="roundRect">
            <a:avLst>
              <a:gd name="adj" fmla="val 2857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3816" y="135331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1325880"/>
            <a:ext cx="2743200" cy="2286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localhost:3000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1645920" cy="2788920"/>
          </a:xfrm>
          <a:prstGeom prst="rect">
            <a:avLst/>
          </a:prstGeom>
          <a:solidFill>
            <a:srgbClr val="0D0D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256032" cy="256032"/>
          </a:xfrm>
          <a:prstGeom prst="round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</a:rPr>
              <a:t>NeuralOS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00D4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Notes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AI Search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AA"/>
                </a:solidFill>
              </a:rPr>
              <a:t>Favorites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0F5"/>
                </a:solidFill>
              </a:rPr>
              <a:t>Welcome back, Nick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2057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AA"/>
                </a:solidFill>
              </a:rPr>
              <a:t>Here's your neural network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80960" y="17830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8096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F"/>
                </a:solidFill>
              </a:rPr>
              <a:t>+ New Note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194560" y="23774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9456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24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94560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AA"/>
                </a:solidFill>
              </a:rPr>
              <a:t>Total Notes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749040" y="23774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12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AA"/>
                </a:solidFill>
              </a:rPr>
              <a:t>Searches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03520" y="23774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AA"/>
                </a:solidFill>
              </a:rPr>
              <a:t>AI Insights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858000" y="237744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0" y="23957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0" y="274320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AA"/>
                </a:solidFill>
              </a:rPr>
              <a:t>Day Streak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19456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0F5"/>
                </a:solidFill>
              </a:rPr>
              <a:t>Recent Notes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347472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194560" y="3474720"/>
            <a:ext cx="36576" cy="77724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317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0F5"/>
                </a:solidFill>
              </a:rPr>
              <a:t>Project Ideas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3172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</a:rPr>
              <a:t>Content preview...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251960" y="347472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251960" y="3474720"/>
            <a:ext cx="36576" cy="7772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891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0F5"/>
                </a:solidFill>
              </a:rPr>
              <a:t>Learning Goals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</a:rPr>
              <a:t>Content preview...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309360" y="347472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09360" y="3474720"/>
            <a:ext cx="36576" cy="7772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465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F0F5"/>
                </a:solidFill>
              </a:rPr>
              <a:t>Meeting Notes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8AA"/>
                </a:solidFill>
              </a:rPr>
              <a:t>Content preview...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/>
              <a:t>Future </a:t>
            </a:r>
            <a:r>
              <a:rPr lang="en-US" sz="4200" b="1" dirty="0">
                <a:solidFill>
                  <a:srgbClr val="00D4FF"/>
                </a:solidFill>
              </a:rPr>
              <a:t>Roadmap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AA"/>
                </a:solidFill>
              </a:rPr>
              <a:t>What's next for NeuralOS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03020" y="123444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80744" y="1417320"/>
            <a:ext cx="27432" cy="2880360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C55E"/>
                </a:solidFill>
              </a:rPr>
              <a:t>COMPLETED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920240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MVP Launch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• Core CRUD operations
• Semantic search
• User authentication
• Dark/light modes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0148" y="1234440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1417320"/>
            <a:ext cx="27432" cy="2880360"/>
          </a:xfrm>
          <a:prstGeom prst="rect">
            <a:avLst/>
          </a:prstGeom>
          <a:solidFill>
            <a:srgbClr val="00D4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32888" y="155448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42616" y="1645920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42616" y="1920240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Enhanced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42616" y="2286000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• Rich text editor
• Note linking
• Export options
• Mobile responsiveness
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37276" y="1234440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1417320"/>
            <a:ext cx="27432" cy="2880360"/>
          </a:xfrm>
          <a:prstGeom prst="rect">
            <a:avLst/>
          </a:prstGeom>
          <a:solidFill>
            <a:srgbClr val="A855F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0016" y="155448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9744" y="1645920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</a:rPr>
              <a:t>PLANNED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9744" y="1920240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AI Expansion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2286000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• Auto-tagging
• Smart suggestions
• Knowledge graphs
• Daily insights
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04404" y="12344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82128" y="1417320"/>
            <a:ext cx="27432" cy="288036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67144" y="1554480"/>
            <a:ext cx="2057400" cy="2743200"/>
          </a:xfrm>
          <a:prstGeom prst="roundRect">
            <a:avLst>
              <a:gd name="adj" fmla="val 4444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76872" y="1645920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</a:rPr>
              <a:t>VISION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76872" y="1920240"/>
            <a:ext cx="1837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Platform Scale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76872" y="2286000"/>
            <a:ext cx="18379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</a:rPr>
              <a:t>• Team collaboration
• API access
• Integrations
• Mobile apps
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53758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794760" y="91440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9476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A0A0F"/>
                </a:solidFill>
              </a:rPr>
              <a:t>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/>
              <a:t>Thank You!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AA"/>
                </a:solidFill>
              </a:rPr>
              <a:t>Thanks for watching this project walkthrough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3108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DAFB"/>
                </a:solidFill>
              </a:rPr>
              <a:t>React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108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9688"/>
                </a:solidFill>
              </a:rPr>
              <a:t>FastAPI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3108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</a:rPr>
              <a:t>OpenAI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3108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99FF"/>
                </a:solidFill>
              </a:rPr>
              <a:t>Pinecone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10896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16161D"/>
          </a:solidFill>
          <a:ln w="12700">
            <a:solidFill>
              <a:srgbClr val="2A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CF8E"/>
                </a:solidFill>
              </a:rPr>
              <a:t>Supabase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7033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34640" y="3703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A0F"/>
                </a:solidFill>
              </a:rPr>
              <a:t>Like, Subscribe &amp; Comment!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A"/>
                </a:solidFill>
              </a:rPr>
              <a:t>Questions? Drop them in the comments below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709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NeuralOS - Your Second Brain, Supercharged by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628</Words>
  <Application>Microsoft Macintosh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NeuralOS - AI-Powered Note Taking</dc:title>
  <dc:subject>Project Walkthrough</dc:subject>
  <dc:creator>NeuralOS Team</dc:creator>
  <cp:lastModifiedBy>Wyrwas, Nicholas</cp:lastModifiedBy>
  <cp:revision>2</cp:revision>
  <dcterms:created xsi:type="dcterms:W3CDTF">2026-01-20T23:47:04Z</dcterms:created>
  <dcterms:modified xsi:type="dcterms:W3CDTF">2026-01-20T23:55:32Z</dcterms:modified>
</cp:coreProperties>
</file>